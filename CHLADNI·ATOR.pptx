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A94D9-591F-E573-942B-AC28EF98F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16EEF1-EFA4-3C13-2637-62551D3A3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47F36-2A92-956A-788B-B54D72B1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0C8F7-FD5B-0B65-1EC9-2CEFDBF4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B433A3-BABF-D752-DC46-67A2F0B7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43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875E8-FC27-83FF-8DCF-0CA6A565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0E452-D14B-E0BE-1C41-3B8A52F96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19E47-7C6B-20EC-3170-E088207D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EBE7F-F830-8C78-FA51-4D2C3732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7583-12E9-2D97-A230-33BF5381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4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65347-AE53-B135-DC7E-101419FA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6FD995-E482-42C3-A1DA-80D13FB59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FEC886-9735-8C7A-1575-7B1A5E8D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D33E0-16C8-9C37-7C58-A8D76FB9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DF00B2-495F-0B60-A510-C47C2EFF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13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A3121-E01B-E7D6-93A6-935CCF6D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C238F-4BFA-00FC-252C-0FDA73EB7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76A7F8-9388-992B-735A-998986098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0110AF-EDF3-144B-A7D5-BCF86AF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CE8666-0C6C-6F3E-0F7A-D1C46961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0FC40C-3545-9D44-3405-D99BF1C5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74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1E2B1-38F1-1841-169C-98170984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9B5019-D773-9134-764A-B7E52B43A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76C083-1725-D8C3-BDB0-B8E11E51E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00FAA0-4FF3-ED69-F4A3-997E75F83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519BB2-CE11-0DD1-8A88-7495C81BA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D16BE5-BDD0-2F2C-7997-457A68C4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A19BA4-F1DB-7776-681B-3610C78C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8197AD-7106-827F-FE81-D4CE4610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302F4-FC4C-36D2-D913-88D05D32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592EC7-2261-D154-1B33-D4E2B1B6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DE6E1E-649D-7981-A752-D7E336BE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3516E0-324B-556A-F2CA-C6FA329F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2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8283EF-8085-09FA-B28A-4483C8C8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8D1E62-26A6-762C-45C3-A039F91D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10B832-3717-224D-38B5-0BFD5BC0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63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20E9F-35D7-A164-B8F6-E0A9C026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83392-A80F-2D05-2BB2-F5C181E6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F9F732-E242-85D2-8E2D-9EAF12CCA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206604-338A-5142-C81C-08A8A3D6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3E7BEC-E489-0F0B-2BF5-8B76C1D2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AEA113-1B5F-88FD-B5D8-D17FEE98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61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DAA7E-A8FB-A386-240D-B1DCB9BB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E926DE-0023-0505-A541-C2028274D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E06FAB-B05D-FB24-A25B-EC6C4F12E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27D71A-F614-E474-0F1F-054825A0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78981D-A994-DD73-EB8A-CDF204B9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C39B6E-735C-6535-84DA-79DF72D0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0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A87AF-D4CC-F9D8-0E21-354B7E7E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5B685-6240-D76E-E6EB-5C5340945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8A6C7-58D5-EF8E-DC58-99833ED2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5530B-5796-2B99-CE67-49422374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7B1737-C3B4-2951-65B1-D1023D09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55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B36DE9-DA94-987F-48C4-27FAABA7D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98C1B2-79E2-F405-F8B5-C881B1666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60203-2F8B-3C14-672B-77B80D18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79B5F-6D5B-EFBD-CB40-E8F95D05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E4014-B036-5976-0D65-4E7A85A6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38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7C601B-38B8-45DD-0748-A585C3D4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9693CD-975D-5FC3-E1A2-7A42D88FA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3BBB8-A15B-AA70-AEF1-529681187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B221A-7CEB-4681-B021-9730D1BF4B1C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CE70E-3972-9C8C-61B0-33BF85C66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12068-3880-58FD-75AB-340CEAA34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EF59A-B484-43E6-9867-6E6781189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6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E7E19-2DCE-D921-4ADD-2B6110905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CHLADNI·ATOR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0A474C-C7FB-B630-9242-74504ABAE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LUCA, RAFFA, XINYI</a:t>
            </a:r>
          </a:p>
          <a:p>
            <a:r>
              <a:rPr lang="en-US" altLang="zh-CN" dirty="0" err="1"/>
              <a:t>ACTaM</a:t>
            </a:r>
            <a:r>
              <a:rPr lang="en-US" altLang="zh-CN" dirty="0"/>
              <a:t> 25/26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92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91586-C1A7-B465-6C35-8288EAF9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8FCEA-FF9C-8CB2-D7DB-D65AFBAC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FE35ACC1-1F4D-87B4-765F-C91B2BC1E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029" y="0"/>
            <a:ext cx="3875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0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A135E-EC66-F2D8-79BB-DE3E87447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电脑萤幕画面&#10;&#10;AI 生成的内容可能不正确。">
            <a:extLst>
              <a:ext uri="{FF2B5EF4-FFF2-40B4-BE49-F238E27FC236}">
                <a16:creationId xmlns:a16="http://schemas.microsoft.com/office/drawing/2014/main" id="{793C9ECE-47FA-CA01-C117-1EA9306B77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9" y="424761"/>
            <a:ext cx="12169711" cy="5896353"/>
          </a:xfr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CC79DC-0517-C1E5-B978-F1A4F7735727}"/>
              </a:ext>
            </a:extLst>
          </p:cNvPr>
          <p:cNvSpPr/>
          <p:nvPr/>
        </p:nvSpPr>
        <p:spPr>
          <a:xfrm>
            <a:off x="4648201" y="998607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generalScript.js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49409A-B40B-6684-1DA6-F2F13B8E5B6C}"/>
              </a:ext>
            </a:extLst>
          </p:cNvPr>
          <p:cNvSpPr/>
          <p:nvPr/>
        </p:nvSpPr>
        <p:spPr>
          <a:xfrm>
            <a:off x="4648201" y="5974624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envelopeCanvas.js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84B09A-D83D-3344-7619-6CA6438A19A3}"/>
              </a:ext>
            </a:extLst>
          </p:cNvPr>
          <p:cNvSpPr/>
          <p:nvPr/>
        </p:nvSpPr>
        <p:spPr>
          <a:xfrm>
            <a:off x="8838888" y="797454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midi_handle.js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937483-6F44-6248-91FF-ADA19A182278}"/>
              </a:ext>
            </a:extLst>
          </p:cNvPr>
          <p:cNvSpPr/>
          <p:nvPr/>
        </p:nvSpPr>
        <p:spPr>
          <a:xfrm>
            <a:off x="6866283" y="2319628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audiobuffer.js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977B5B2C-E0DA-C77E-6805-A4834E88C6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71" y="720891"/>
            <a:ext cx="4870636" cy="484005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945952B-F811-AC47-9446-1A83D1A9F82E}"/>
              </a:ext>
            </a:extLst>
          </p:cNvPr>
          <p:cNvSpPr/>
          <p:nvPr/>
        </p:nvSpPr>
        <p:spPr>
          <a:xfrm>
            <a:off x="-528431" y="3982567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audiogenerator.js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E0C062-32A5-061B-1D99-E9FD06D4C3E6}"/>
              </a:ext>
            </a:extLst>
          </p:cNvPr>
          <p:cNvSpPr/>
          <p:nvPr/>
        </p:nvSpPr>
        <p:spPr>
          <a:xfrm>
            <a:off x="1646583" y="2044437"/>
            <a:ext cx="462979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chladni.js</a:t>
            </a:r>
          </a:p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soundBrush.js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DEEBC5-F787-E787-F2B3-2773C0B2E53D}"/>
              </a:ext>
            </a:extLst>
          </p:cNvPr>
          <p:cNvSpPr/>
          <p:nvPr/>
        </p:nvSpPr>
        <p:spPr>
          <a:xfrm>
            <a:off x="1388350" y="5613894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recorder.js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731A47-3105-FB11-22E3-14A6B08B3802}"/>
              </a:ext>
            </a:extLst>
          </p:cNvPr>
          <p:cNvSpPr/>
          <p:nvPr/>
        </p:nvSpPr>
        <p:spPr>
          <a:xfrm>
            <a:off x="1388350" y="5857072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recorderApp.js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329CD6-03B4-5AEE-468B-D3163B768D0B}"/>
              </a:ext>
            </a:extLst>
          </p:cNvPr>
          <p:cNvSpPr/>
          <p:nvPr/>
        </p:nvSpPr>
        <p:spPr>
          <a:xfrm>
            <a:off x="4421110" y="3169327"/>
            <a:ext cx="462979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CircleKnob.js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B4D048-9C94-1FA8-DC0D-FA89DF6572A6}"/>
              </a:ext>
            </a:extLst>
          </p:cNvPr>
          <p:cNvSpPr/>
          <p:nvPr/>
        </p:nvSpPr>
        <p:spPr>
          <a:xfrm>
            <a:off x="6332506" y="1690688"/>
            <a:ext cx="462979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save_load_presets.js</a:t>
            </a:r>
          </a:p>
          <a:p>
            <a:pPr algn="ctr"/>
            <a:endParaRPr lang="en-US" altLang="zh-CN" sz="1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r>
              <a:rPr lang="en-US" altLang="zh-CN" sz="1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firebase.js</a:t>
            </a:r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endParaRPr lang="zh-CN" altLang="en-US" sz="1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854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5DB1E-6516-32B2-EAFC-943FFD857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11A4F-31AF-0689-0C65-37EFB2B7D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黑色的键盘&#10;&#10;AI 生成的内容可能不正确。">
            <a:extLst>
              <a:ext uri="{FF2B5EF4-FFF2-40B4-BE49-F238E27FC236}">
                <a16:creationId xmlns:a16="http://schemas.microsoft.com/office/drawing/2014/main" id="{6BC545B1-B212-F2CF-3B16-E4934F11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3697"/>
            <a:ext cx="12192000" cy="473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0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52</Words>
  <Application>Microsoft Office PowerPoint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CHLADNI·ATOR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Cynia Hoo</dc:creator>
  <cp:lastModifiedBy>Cynia Hoo</cp:lastModifiedBy>
  <cp:revision>6</cp:revision>
  <dcterms:created xsi:type="dcterms:W3CDTF">2026-02-09T00:56:01Z</dcterms:created>
  <dcterms:modified xsi:type="dcterms:W3CDTF">2026-02-09T09:02:50Z</dcterms:modified>
</cp:coreProperties>
</file>